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E1A02C-3F61-6695-B04D-0F750013A1A9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07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、声音事件绑定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DDD5A7-0AC4-8748-D025-F89ED5D1CB62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无新知识点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481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C11B8D-673C-6D95-E542-C0FB6B245A95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08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、设置数据保存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75DA5CC-B7D0-63FD-5A64-4C544ECC636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ConfigFile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Save()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Load()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本地存储数据使用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user://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地址进行存储，不使用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res://</a:t>
            </a:r>
          </a:p>
        </p:txBody>
      </p:sp>
    </p:spTree>
    <p:extLst>
      <p:ext uri="{BB962C8B-B14F-4D97-AF65-F5344CB8AC3E}">
        <p14:creationId xmlns:p14="http://schemas.microsoft.com/office/powerpoint/2010/main" val="1621535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5F3CB4C-57ED-BBFC-8966-CC9F954E519D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09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、瓦片地图编辑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BE741C-2E27-3C4F-3D79-35B6377251CA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新增物理层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TileSet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面板设置碰撞面积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面板布置瓦片地图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89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7F9013-C224-17ED-D763-F57B54FD2640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10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、角色制作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CA1119B-7394-EDA0-F3DB-FD866AE9EAAD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CharacterBody2D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角色动画切换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摄像机跟随以及最大范围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自定义输入映射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131963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1796</TotalTime>
  <Words>376</Words>
  <Application>Microsoft Office PowerPoint</Application>
  <PresentationFormat>宽屏</PresentationFormat>
  <Paragraphs>88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89</cp:revision>
  <dcterms:created xsi:type="dcterms:W3CDTF">2026-04-23T16:16:42Z</dcterms:created>
  <dcterms:modified xsi:type="dcterms:W3CDTF">2026-05-14T02:05:46Z</dcterms:modified>
</cp:coreProperties>
</file>