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2026/5/6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21C86B8-DA19-02EB-A308-CDA3C27C60E1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04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、设置面板布局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37C123-3B14-9D57-7B59-167FE31C4419}"/>
              </a:ext>
            </a:extLst>
          </p:cNvPr>
          <p:cNvSpPr txBox="1"/>
          <p:nvPr/>
        </p:nvSpPr>
        <p:spPr>
          <a:xfrm>
            <a:off x="912600" y="2123657"/>
            <a:ext cx="10956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全局自动化加载使用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运行时节点视图：远程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层级的概念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NinePatchRect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节点九宫格渲染图片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Button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节点使用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StyleBoxTexture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实现九宫格渲染底图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7400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06E657-9145-AEE1-B2E0-F2A4EB6B63B2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05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、面板控制单例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6570EB3-7342-9C5D-B2CD-B1E565A85806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从根节点检索节点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写成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Instance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和不写的区别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用枚举维护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面板名称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6446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FF5AE81-9620-A0E3-E4E3-53A013512F3E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06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877CCA-35F4-1A54-D0AB-6E55D77E31B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AudioStreamPlayer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设置声音循环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动态加载声音资源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Mathf.LinearToDb</a:t>
            </a:r>
            <a:r>
              <a:rPr lang="zh-CN" altLang="en-US" sz="280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音量转换方法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515049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1582</TotalTime>
  <Words>294</Words>
  <Application>Microsoft Office PowerPoint</Application>
  <PresentationFormat>宽屏</PresentationFormat>
  <Paragraphs>62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70</cp:revision>
  <dcterms:created xsi:type="dcterms:W3CDTF">2026-04-23T16:16:42Z</dcterms:created>
  <dcterms:modified xsi:type="dcterms:W3CDTF">2026-05-06T15:45:46Z</dcterms:modified>
</cp:coreProperties>
</file>