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8518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2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80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969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36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062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1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6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68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88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2227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86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56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137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518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345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2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B9F07B0-025E-4E92-AC39-0EAAEC335187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190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764576E-AF14-4996-4C93-AA3B19DAC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008" t="14058" r="8240"/>
          <a:stretch/>
        </p:blipFill>
        <p:spPr>
          <a:xfrm>
            <a:off x="-26065" y="0"/>
            <a:ext cx="122103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D9FBEC6-32C7-2C63-9AC1-2FA2695FFC94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入门实战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横版过关</a:t>
            </a:r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--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蛙里奥</a:t>
            </a:r>
          </a:p>
        </p:txBody>
      </p:sp>
    </p:spTree>
    <p:extLst>
      <p:ext uri="{BB962C8B-B14F-4D97-AF65-F5344CB8AC3E}">
        <p14:creationId xmlns:p14="http://schemas.microsoft.com/office/powerpoint/2010/main" val="1868385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F31137-F07C-E239-8428-30DCDDDD9FE5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我是谁？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U3D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最后一届太监</a:t>
            </a:r>
          </a:p>
        </p:txBody>
      </p:sp>
    </p:spTree>
    <p:extLst>
      <p:ext uri="{BB962C8B-B14F-4D97-AF65-F5344CB8AC3E}">
        <p14:creationId xmlns:p14="http://schemas.microsoft.com/office/powerpoint/2010/main" val="1834316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61E924-6DD3-5235-85EF-E9FA61E1CB15}"/>
              </a:ext>
            </a:extLst>
          </p:cNvPr>
          <p:cNvSpPr txBox="1"/>
          <p:nvPr/>
        </p:nvSpPr>
        <p:spPr>
          <a:xfrm>
            <a:off x="3336204" y="1722682"/>
            <a:ext cx="610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什么人适合看本系列视频？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02E2CB1-F66A-1951-6330-D1FA1CA89399}"/>
              </a:ext>
            </a:extLst>
          </p:cNvPr>
          <p:cNvSpPr txBox="1"/>
          <p:nvPr/>
        </p:nvSpPr>
        <p:spPr>
          <a:xfrm>
            <a:off x="3336205" y="271846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、最好有一定编程能力（会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C#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最好）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22389-AAD8-4545-0565-08D77D3F1DEF}"/>
              </a:ext>
            </a:extLst>
          </p:cNvPr>
          <p:cNvSpPr txBox="1"/>
          <p:nvPr/>
        </p:nvSpPr>
        <p:spPr>
          <a:xfrm>
            <a:off x="3336204" y="355444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、想学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引擎做游戏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C652C0-BE7A-D298-A124-C9A19275C9BF}"/>
              </a:ext>
            </a:extLst>
          </p:cNvPr>
          <p:cNvSpPr txBox="1"/>
          <p:nvPr/>
        </p:nvSpPr>
        <p:spPr>
          <a:xfrm>
            <a:off x="3336203" y="439042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3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、小白也能跟着学，事后需要补编程基础</a:t>
            </a:r>
          </a:p>
        </p:txBody>
      </p:sp>
    </p:spTree>
    <p:extLst>
      <p:ext uri="{BB962C8B-B14F-4D97-AF65-F5344CB8AC3E}">
        <p14:creationId xmlns:p14="http://schemas.microsoft.com/office/powerpoint/2010/main" val="10911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D2341F-2B8E-4FB2-0695-6B207A177C99}"/>
              </a:ext>
            </a:extLst>
          </p:cNvPr>
          <p:cNvSpPr txBox="1"/>
          <p:nvPr/>
        </p:nvSpPr>
        <p:spPr>
          <a:xfrm>
            <a:off x="770557" y="1438596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项目主要涉及内容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7896A4-3230-27BE-47CD-904B012D88B7}"/>
              </a:ext>
            </a:extLst>
          </p:cNvPr>
          <p:cNvSpPr txBox="1"/>
          <p:nvPr/>
        </p:nvSpPr>
        <p:spPr>
          <a:xfrm>
            <a:off x="770557" y="2318966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官网资源使用、界面基础操作和基本概念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面板制作、角色控制、声音控制、瓦片地图编辑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怪物定点巡逻、简单陷阱、移动平台、积分排行榜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本地存储的两种方式、游戏打包等相关知识讲解和实际运用</a:t>
            </a:r>
          </a:p>
        </p:txBody>
      </p:sp>
    </p:spTree>
    <p:extLst>
      <p:ext uri="{BB962C8B-B14F-4D97-AF65-F5344CB8AC3E}">
        <p14:creationId xmlns:p14="http://schemas.microsoft.com/office/powerpoint/2010/main" val="404182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5FC534-61DE-ADC8-9767-EF115A0EB6B3}"/>
              </a:ext>
            </a:extLst>
          </p:cNvPr>
          <p:cNvSpPr txBox="1"/>
          <p:nvPr/>
        </p:nvSpPr>
        <p:spPr>
          <a:xfrm>
            <a:off x="333490" y="2354920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授课方式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E55C02-D364-05EC-1EA5-457046D49854}"/>
              </a:ext>
            </a:extLst>
          </p:cNvPr>
          <p:cNvSpPr txBox="1"/>
          <p:nvPr/>
        </p:nvSpPr>
        <p:spPr>
          <a:xfrm>
            <a:off x="519922" y="3282800"/>
            <a:ext cx="109568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实战为主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以实现最终效果为目的，来讲解知识点</a:t>
            </a:r>
          </a:p>
        </p:txBody>
      </p:sp>
    </p:spTree>
    <p:extLst>
      <p:ext uri="{BB962C8B-B14F-4D97-AF65-F5344CB8AC3E}">
        <p14:creationId xmlns:p14="http://schemas.microsoft.com/office/powerpoint/2010/main" val="154147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12814D-EC78-197C-8196-ADA0CECD2525}"/>
              </a:ext>
            </a:extLst>
          </p:cNvPr>
          <p:cNvSpPr txBox="1"/>
          <p:nvPr/>
        </p:nvSpPr>
        <p:spPr>
          <a:xfrm>
            <a:off x="431145" y="1600318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项目仓库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388AB9-3CCA-C9EB-2A53-E0AC2EB3A6EF}"/>
              </a:ext>
            </a:extLst>
          </p:cNvPr>
          <p:cNvSpPr txBox="1"/>
          <p:nvPr/>
        </p:nvSpPr>
        <p:spPr>
          <a:xfrm>
            <a:off x="2623929" y="2723507"/>
            <a:ext cx="8038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码云：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gitee.com/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MarsPGY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EA1F519-0CAC-EDF3-AB21-E28CADE9EAC7}"/>
              </a:ext>
            </a:extLst>
          </p:cNvPr>
          <p:cNvSpPr txBox="1"/>
          <p:nvPr/>
        </p:nvSpPr>
        <p:spPr>
          <a:xfrm>
            <a:off x="2623928" y="3562728"/>
            <a:ext cx="8403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github.com/PGYangel/GodotStudy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3265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ECD328-B2F8-80E0-1A31-664832E7D7E1}"/>
              </a:ext>
            </a:extLst>
          </p:cNvPr>
          <p:cNvSpPr txBox="1"/>
          <p:nvPr/>
        </p:nvSpPr>
        <p:spPr>
          <a:xfrm>
            <a:off x="431145" y="3136612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官方网站使用</a:t>
            </a:r>
          </a:p>
        </p:txBody>
      </p:sp>
    </p:spTree>
    <p:extLst>
      <p:ext uri="{BB962C8B-B14F-4D97-AF65-F5344CB8AC3E}">
        <p14:creationId xmlns:p14="http://schemas.microsoft.com/office/powerpoint/2010/main" val="17290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54D73CC-3D9E-5031-F6AB-9A203031D5C6}"/>
              </a:ext>
            </a:extLst>
          </p:cNvPr>
          <p:cNvSpPr txBox="1"/>
          <p:nvPr/>
        </p:nvSpPr>
        <p:spPr>
          <a:xfrm>
            <a:off x="956988" y="2131054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、引擎界面和基础概念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C33742-6777-FE1E-55A3-C1EC227125F5}"/>
              </a:ext>
            </a:extLst>
          </p:cNvPr>
          <p:cNvSpPr txBox="1"/>
          <p:nvPr/>
        </p:nvSpPr>
        <p:spPr>
          <a:xfrm>
            <a:off x="956988" y="3357653"/>
            <a:ext cx="109568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创建项目：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FrogGame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熟悉编辑器功能区域分区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37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52FB64-C882-34FF-37FE-34E0A07533D7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03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、开始场景布置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C9BEC87-186F-6A2E-A492-0862E4A01576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熟悉坐标系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开始场景主元素的布置：背景、按钮、音乐、音效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按钮事件的两种绑定方式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序列帧动画制作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44790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网状">
  <a:themeElements>
    <a:clrScheme name="网状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网状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网状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TM03457485[[fn=网状]]</Template>
  <TotalTime>974</TotalTime>
  <Words>204</Words>
  <Application>Microsoft Office PowerPoint</Application>
  <PresentationFormat>宽屏</PresentationFormat>
  <Paragraphs>38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思源黑体 CN Heavy</vt:lpstr>
      <vt:lpstr>Arial</vt:lpstr>
      <vt:lpstr>Century Gothic</vt:lpstr>
      <vt:lpstr>网状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PGY</dc:creator>
  <cp:lastModifiedBy>angel PGY</cp:lastModifiedBy>
  <cp:revision>51</cp:revision>
  <dcterms:created xsi:type="dcterms:W3CDTF">2026-04-23T16:16:42Z</dcterms:created>
  <dcterms:modified xsi:type="dcterms:W3CDTF">2026-04-30T13:01:58Z</dcterms:modified>
</cp:coreProperties>
</file>