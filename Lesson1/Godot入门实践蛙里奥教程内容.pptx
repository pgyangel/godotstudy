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60" r:id="rId3"/>
    <p:sldId id="257" r:id="rId4"/>
    <p:sldId id="258" r:id="rId5"/>
    <p:sldId id="259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DE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0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1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07B0-025E-4E92-AC39-0EAAEC335187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2EAD-8BFC-49D2-8246-188E6237F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518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07B0-025E-4E92-AC39-0EAAEC335187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2EAD-8BFC-49D2-8246-188E6237F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942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07B0-025E-4E92-AC39-0EAAEC335187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2EAD-8BFC-49D2-8246-188E6237F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804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07B0-025E-4E92-AC39-0EAAEC335187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2EAD-8BFC-49D2-8246-188E6237F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969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07B0-025E-4E92-AC39-0EAAEC335187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2EAD-8BFC-49D2-8246-188E6237F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36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07B0-025E-4E92-AC39-0EAAEC335187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2EAD-8BFC-49D2-8246-188E6237F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062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07B0-025E-4E92-AC39-0EAAEC335187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2EAD-8BFC-49D2-8246-188E6237F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150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07B0-025E-4E92-AC39-0EAAEC335187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2EAD-8BFC-49D2-8246-188E6237F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269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9B9F07B0-025E-4E92-AC39-0EAAEC335187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4F792EAD-8BFC-49D2-8246-188E6237F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686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07B0-025E-4E92-AC39-0EAAEC335187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2EAD-8BFC-49D2-8246-188E6237F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886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07B0-025E-4E92-AC39-0EAAEC335187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2EAD-8BFC-49D2-8246-188E6237F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222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07B0-025E-4E92-AC39-0EAAEC335187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2EAD-8BFC-49D2-8246-188E6237F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586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07B0-025E-4E92-AC39-0EAAEC335187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2EAD-8BFC-49D2-8246-188E6237F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256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07B0-025E-4E92-AC39-0EAAEC335187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2EAD-8BFC-49D2-8246-188E6237F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37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07B0-025E-4E92-AC39-0EAAEC335187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2EAD-8BFC-49D2-8246-188E6237F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185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07B0-025E-4E92-AC39-0EAAEC335187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2EAD-8BFC-49D2-8246-188E6237F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3458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07B0-025E-4E92-AC39-0EAAEC335187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2EAD-8BFC-49D2-8246-188E6237F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327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9B9F07B0-025E-4E92-AC39-0EAAEC335187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F792EAD-8BFC-49D2-8246-188E6237F1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1905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764576E-AF14-4996-4C93-AA3B19DAC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20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8008" t="14058" r="8240"/>
          <a:stretch/>
        </p:blipFill>
        <p:spPr>
          <a:xfrm>
            <a:off x="-26065" y="0"/>
            <a:ext cx="12210300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D9FBEC6-32C7-2C63-9AC1-2FA2695FFC94}"/>
              </a:ext>
            </a:extLst>
          </p:cNvPr>
          <p:cNvSpPr txBox="1"/>
          <p:nvPr/>
        </p:nvSpPr>
        <p:spPr>
          <a:xfrm>
            <a:off x="1984739" y="1997839"/>
            <a:ext cx="82225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Godot</a:t>
            </a:r>
            <a:r>
              <a:rPr lang="zh-CN" altLang="en-US" sz="60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入门实战</a:t>
            </a:r>
            <a:endParaRPr lang="en-US" altLang="zh-CN" sz="6000" dirty="0">
              <a:solidFill>
                <a:srgbClr val="92D05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pPr algn="ctr"/>
            <a:endParaRPr lang="en-US" altLang="zh-CN" sz="6000" dirty="0">
              <a:solidFill>
                <a:srgbClr val="92D05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pPr algn="ctr"/>
            <a:r>
              <a:rPr lang="en-US" altLang="zh-CN" sz="60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2D</a:t>
            </a:r>
            <a:r>
              <a:rPr lang="zh-CN" altLang="en-US" sz="60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横版过关</a:t>
            </a:r>
            <a:r>
              <a:rPr lang="en-US" altLang="zh-CN" sz="60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--</a:t>
            </a:r>
            <a:r>
              <a:rPr lang="zh-CN" altLang="en-US" sz="60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蛙里奥</a:t>
            </a:r>
          </a:p>
        </p:txBody>
      </p:sp>
    </p:spTree>
    <p:extLst>
      <p:ext uri="{BB962C8B-B14F-4D97-AF65-F5344CB8AC3E}">
        <p14:creationId xmlns:p14="http://schemas.microsoft.com/office/powerpoint/2010/main" val="1868385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3F31137-F07C-E239-8428-30DCDDDD9FE5}"/>
              </a:ext>
            </a:extLst>
          </p:cNvPr>
          <p:cNvSpPr txBox="1"/>
          <p:nvPr/>
        </p:nvSpPr>
        <p:spPr>
          <a:xfrm>
            <a:off x="1984739" y="1997839"/>
            <a:ext cx="82225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我是谁？</a:t>
            </a:r>
            <a:endParaRPr lang="en-US" altLang="zh-CN" sz="6000" dirty="0">
              <a:solidFill>
                <a:srgbClr val="92D05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pPr algn="ctr"/>
            <a:endParaRPr lang="en-US" altLang="zh-CN" sz="6000" dirty="0">
              <a:solidFill>
                <a:srgbClr val="92D05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pPr algn="ctr"/>
            <a:r>
              <a:rPr lang="en-US" altLang="zh-CN" sz="60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U3D</a:t>
            </a:r>
            <a:r>
              <a:rPr lang="zh-CN" altLang="en-US" sz="60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最后一届太监</a:t>
            </a:r>
          </a:p>
        </p:txBody>
      </p:sp>
    </p:spTree>
    <p:extLst>
      <p:ext uri="{BB962C8B-B14F-4D97-AF65-F5344CB8AC3E}">
        <p14:creationId xmlns:p14="http://schemas.microsoft.com/office/powerpoint/2010/main" val="1834316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761E924-6DD3-5235-85EF-E9FA61E1CB15}"/>
              </a:ext>
            </a:extLst>
          </p:cNvPr>
          <p:cNvSpPr txBox="1"/>
          <p:nvPr/>
        </p:nvSpPr>
        <p:spPr>
          <a:xfrm>
            <a:off x="3336204" y="1722682"/>
            <a:ext cx="6109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什么人适合看本系列视频？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2E2CB1-F66A-1951-6330-D1FA1CA89399}"/>
              </a:ext>
            </a:extLst>
          </p:cNvPr>
          <p:cNvSpPr txBox="1"/>
          <p:nvPr/>
        </p:nvSpPr>
        <p:spPr>
          <a:xfrm>
            <a:off x="3336205" y="2718463"/>
            <a:ext cx="7485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1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、最好有一定编程能力（会</a:t>
            </a:r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C#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最好）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322389-AAD8-4545-0565-08D77D3F1DEF}"/>
              </a:ext>
            </a:extLst>
          </p:cNvPr>
          <p:cNvSpPr txBox="1"/>
          <p:nvPr/>
        </p:nvSpPr>
        <p:spPr>
          <a:xfrm>
            <a:off x="3336204" y="3554443"/>
            <a:ext cx="7485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2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、想学</a:t>
            </a:r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Godot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引擎做游戏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C652C0-BE7A-D298-A124-C9A19275C9BF}"/>
              </a:ext>
            </a:extLst>
          </p:cNvPr>
          <p:cNvSpPr txBox="1"/>
          <p:nvPr/>
        </p:nvSpPr>
        <p:spPr>
          <a:xfrm>
            <a:off x="3336203" y="4390423"/>
            <a:ext cx="7485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3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、小白也能跟着学，事后需要补编程基础</a:t>
            </a:r>
          </a:p>
        </p:txBody>
      </p:sp>
    </p:spTree>
    <p:extLst>
      <p:ext uri="{BB962C8B-B14F-4D97-AF65-F5344CB8AC3E}">
        <p14:creationId xmlns:p14="http://schemas.microsoft.com/office/powerpoint/2010/main" val="109118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7D2341F-2B8E-4FB2-0695-6B207A177C99}"/>
              </a:ext>
            </a:extLst>
          </p:cNvPr>
          <p:cNvSpPr txBox="1"/>
          <p:nvPr/>
        </p:nvSpPr>
        <p:spPr>
          <a:xfrm>
            <a:off x="770557" y="1438596"/>
            <a:ext cx="8240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项目主要涉及内容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77896A4-3230-27BE-47CD-904B012D88B7}"/>
              </a:ext>
            </a:extLst>
          </p:cNvPr>
          <p:cNvSpPr txBox="1"/>
          <p:nvPr/>
        </p:nvSpPr>
        <p:spPr>
          <a:xfrm>
            <a:off x="770557" y="2318966"/>
            <a:ext cx="109568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官网资源使用、界面基础操作和基本概念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UI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面板制作、角色控制、声音控制、瓦片地图编辑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怪物定点巡逻、简单陷阱、移动平台、积分排行榜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本地存储的两种方式、游戏打包等相关知识讲解和实际运用</a:t>
            </a:r>
          </a:p>
        </p:txBody>
      </p:sp>
    </p:spTree>
    <p:extLst>
      <p:ext uri="{BB962C8B-B14F-4D97-AF65-F5344CB8AC3E}">
        <p14:creationId xmlns:p14="http://schemas.microsoft.com/office/powerpoint/2010/main" val="4041821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C5FC534-61DE-ADC8-9767-EF115A0EB6B3}"/>
              </a:ext>
            </a:extLst>
          </p:cNvPr>
          <p:cNvSpPr txBox="1"/>
          <p:nvPr/>
        </p:nvSpPr>
        <p:spPr>
          <a:xfrm>
            <a:off x="333490" y="2354920"/>
            <a:ext cx="113297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授课方式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E55C02-D364-05EC-1EA5-457046D49854}"/>
              </a:ext>
            </a:extLst>
          </p:cNvPr>
          <p:cNvSpPr txBox="1"/>
          <p:nvPr/>
        </p:nvSpPr>
        <p:spPr>
          <a:xfrm>
            <a:off x="519922" y="3282800"/>
            <a:ext cx="109568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实战为主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pPr algn="ctr"/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pPr algn="ctr"/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以实现最终效果为目的，来讲解知识点</a:t>
            </a:r>
          </a:p>
        </p:txBody>
      </p:sp>
    </p:spTree>
    <p:extLst>
      <p:ext uri="{BB962C8B-B14F-4D97-AF65-F5344CB8AC3E}">
        <p14:creationId xmlns:p14="http://schemas.microsoft.com/office/powerpoint/2010/main" val="1541470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12814D-EC78-197C-8196-ADA0CECD2525}"/>
              </a:ext>
            </a:extLst>
          </p:cNvPr>
          <p:cNvSpPr txBox="1"/>
          <p:nvPr/>
        </p:nvSpPr>
        <p:spPr>
          <a:xfrm>
            <a:off x="431145" y="1600318"/>
            <a:ext cx="113297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项目仓库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388AB9-3CCA-C9EB-2A53-E0AC2EB3A6EF}"/>
              </a:ext>
            </a:extLst>
          </p:cNvPr>
          <p:cNvSpPr txBox="1"/>
          <p:nvPr/>
        </p:nvSpPr>
        <p:spPr>
          <a:xfrm>
            <a:off x="2623929" y="2723507"/>
            <a:ext cx="8038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码云：</a:t>
            </a:r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gitee.com/</a:t>
            </a:r>
            <a:r>
              <a:rPr lang="en-US" altLang="zh-CN" sz="2800" dirty="0" err="1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MarsPGY</a:t>
            </a:r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/</a:t>
            </a:r>
            <a:r>
              <a:rPr lang="en-US" altLang="zh-CN" sz="2800" dirty="0" err="1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godot</a:t>
            </a:r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-study</a:t>
            </a:r>
            <a:endParaRPr lang="zh-CN" altLang="en-US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A1F519-0CAC-EDF3-AB21-E28CADE9EAC7}"/>
              </a:ext>
            </a:extLst>
          </p:cNvPr>
          <p:cNvSpPr txBox="1"/>
          <p:nvPr/>
        </p:nvSpPr>
        <p:spPr>
          <a:xfrm>
            <a:off x="2623928" y="3562728"/>
            <a:ext cx="8403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github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：</a:t>
            </a:r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github.com/PGYangel/GodotStudy</a:t>
            </a:r>
            <a:endParaRPr lang="zh-CN" altLang="en-US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3265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BECD328-B2F8-80E0-1A31-664832E7D7E1}"/>
              </a:ext>
            </a:extLst>
          </p:cNvPr>
          <p:cNvSpPr txBox="1"/>
          <p:nvPr/>
        </p:nvSpPr>
        <p:spPr>
          <a:xfrm>
            <a:off x="431145" y="3136612"/>
            <a:ext cx="113297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官方网站使用</a:t>
            </a:r>
          </a:p>
        </p:txBody>
      </p:sp>
    </p:spTree>
    <p:extLst>
      <p:ext uri="{BB962C8B-B14F-4D97-AF65-F5344CB8AC3E}">
        <p14:creationId xmlns:p14="http://schemas.microsoft.com/office/powerpoint/2010/main" val="1729011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54D73CC-3D9E-5031-F6AB-9A203031D5C6}"/>
              </a:ext>
            </a:extLst>
          </p:cNvPr>
          <p:cNvSpPr txBox="1"/>
          <p:nvPr/>
        </p:nvSpPr>
        <p:spPr>
          <a:xfrm>
            <a:off x="956988" y="2131054"/>
            <a:ext cx="8240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02</a:t>
            </a:r>
            <a:r>
              <a:rPr lang="zh-CN" altLang="en-US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、引擎界面和基础概念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C33742-6777-FE1E-55A3-C1EC227125F5}"/>
              </a:ext>
            </a:extLst>
          </p:cNvPr>
          <p:cNvSpPr txBox="1"/>
          <p:nvPr/>
        </p:nvSpPr>
        <p:spPr>
          <a:xfrm>
            <a:off x="956988" y="3357653"/>
            <a:ext cx="109568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创建项目：</a:t>
            </a:r>
            <a:r>
              <a:rPr lang="en-US" altLang="zh-CN" sz="2800" dirty="0" err="1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FrogGame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熟悉编辑器功能区域分区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3787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E52FB64-C882-34FF-37FE-34E0A07533D7}"/>
              </a:ext>
            </a:extLst>
          </p:cNvPr>
          <p:cNvSpPr txBox="1"/>
          <p:nvPr/>
        </p:nvSpPr>
        <p:spPr>
          <a:xfrm>
            <a:off x="912600" y="897058"/>
            <a:ext cx="8240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03</a:t>
            </a:r>
            <a:r>
              <a:rPr lang="zh-CN" altLang="en-US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、开始场景布置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9BEC87-186F-6A2E-A492-0862E4A01576}"/>
              </a:ext>
            </a:extLst>
          </p:cNvPr>
          <p:cNvSpPr txBox="1"/>
          <p:nvPr/>
        </p:nvSpPr>
        <p:spPr>
          <a:xfrm>
            <a:off x="912600" y="2123657"/>
            <a:ext cx="109568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熟悉坐标系、项目中纹理渲染模式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开始场景主元素的布置：背景、按钮、动画元素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按钮事件的两种绑定方式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序列帧动画制作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4479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21C86B8-DA19-02EB-A308-CDA3C27C60E1}"/>
              </a:ext>
            </a:extLst>
          </p:cNvPr>
          <p:cNvSpPr txBox="1"/>
          <p:nvPr/>
        </p:nvSpPr>
        <p:spPr>
          <a:xfrm>
            <a:off x="912600" y="897058"/>
            <a:ext cx="8240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04</a:t>
            </a:r>
            <a:r>
              <a:rPr lang="zh-CN" altLang="en-US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、设置面板布局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37C123-3B14-9D57-7B59-167FE31C4419}"/>
              </a:ext>
            </a:extLst>
          </p:cNvPr>
          <p:cNvSpPr txBox="1"/>
          <p:nvPr/>
        </p:nvSpPr>
        <p:spPr>
          <a:xfrm>
            <a:off x="912600" y="2123657"/>
            <a:ext cx="109568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全局自动化加载使用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运行时节点视图：远程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Layer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层级的概念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en-US" altLang="zh-CN" sz="2800" dirty="0" err="1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NinePatchRect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节点九宫格渲染图片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Button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节点使用</a:t>
            </a:r>
            <a:r>
              <a:rPr lang="en-US" altLang="zh-CN" sz="2800" dirty="0" err="1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StyleBoxTexture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实现九宫格渲染底图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4005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106E657-9145-AEE1-B2E0-F2A4EB6B63B2}"/>
              </a:ext>
            </a:extLst>
          </p:cNvPr>
          <p:cNvSpPr txBox="1"/>
          <p:nvPr/>
        </p:nvSpPr>
        <p:spPr>
          <a:xfrm>
            <a:off x="912600" y="897058"/>
            <a:ext cx="8240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05</a:t>
            </a:r>
            <a:r>
              <a:rPr lang="zh-CN" altLang="en-US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、面板控制单例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570EB3-7342-9C5D-B2CD-B1E565A85806}"/>
              </a:ext>
            </a:extLst>
          </p:cNvPr>
          <p:cNvSpPr txBox="1"/>
          <p:nvPr/>
        </p:nvSpPr>
        <p:spPr>
          <a:xfrm>
            <a:off x="912600" y="2123657"/>
            <a:ext cx="1095684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从根节点检索节点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写成</a:t>
            </a:r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Instance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和不写的区别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用枚举维护</a:t>
            </a:r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UI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面板名称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6446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FF5AE81-9620-A0E3-E4E3-53A013512F3E}"/>
              </a:ext>
            </a:extLst>
          </p:cNvPr>
          <p:cNvSpPr txBox="1"/>
          <p:nvPr/>
        </p:nvSpPr>
        <p:spPr>
          <a:xfrm>
            <a:off x="912600" y="897058"/>
            <a:ext cx="8240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06</a:t>
            </a:r>
            <a:r>
              <a:rPr lang="zh-CN" altLang="en-US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、声音控制单例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877CCA-35F4-1A54-D0AB-6E55D77E31B2}"/>
              </a:ext>
            </a:extLst>
          </p:cNvPr>
          <p:cNvSpPr txBox="1"/>
          <p:nvPr/>
        </p:nvSpPr>
        <p:spPr>
          <a:xfrm>
            <a:off x="912600" y="2123657"/>
            <a:ext cx="109568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AudioStreamPlayer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节点的使用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设置声音循环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动态加载声音资源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en-US" altLang="zh-CN" sz="2800" dirty="0" err="1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Mathf.LinearToDb</a:t>
            </a:r>
            <a:r>
              <a:rPr lang="zh-CN" altLang="en-US" sz="280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音量转换方法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5150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DE1A02C-3F61-6695-B04D-0F750013A1A9}"/>
              </a:ext>
            </a:extLst>
          </p:cNvPr>
          <p:cNvSpPr txBox="1"/>
          <p:nvPr/>
        </p:nvSpPr>
        <p:spPr>
          <a:xfrm>
            <a:off x="912600" y="897058"/>
            <a:ext cx="8240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07</a:t>
            </a:r>
            <a:r>
              <a:rPr lang="zh-CN" altLang="en-US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、声音事件绑定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DDD5A7-0AC4-8748-D025-F89ED5D1CB62}"/>
              </a:ext>
            </a:extLst>
          </p:cNvPr>
          <p:cNvSpPr txBox="1"/>
          <p:nvPr/>
        </p:nvSpPr>
        <p:spPr>
          <a:xfrm>
            <a:off x="912600" y="2123657"/>
            <a:ext cx="10956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无新知识点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4813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7C11B8D-673C-6D95-E542-C0FB6B245A95}"/>
              </a:ext>
            </a:extLst>
          </p:cNvPr>
          <p:cNvSpPr txBox="1"/>
          <p:nvPr/>
        </p:nvSpPr>
        <p:spPr>
          <a:xfrm>
            <a:off x="912600" y="897058"/>
            <a:ext cx="8240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08</a:t>
            </a:r>
            <a:r>
              <a:rPr lang="zh-CN" altLang="en-US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、设置数据保存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5DA5CC-B7D0-63FD-5A64-4C544ECC6362}"/>
              </a:ext>
            </a:extLst>
          </p:cNvPr>
          <p:cNvSpPr txBox="1"/>
          <p:nvPr/>
        </p:nvSpPr>
        <p:spPr>
          <a:xfrm>
            <a:off x="912600" y="2123657"/>
            <a:ext cx="109568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ConfigFile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的使用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en-US" altLang="zh-CN" sz="2800" dirty="0" err="1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SetValue</a:t>
            </a:r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()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</a:t>
            </a:r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Save()</a:t>
            </a: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Load()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</a:t>
            </a:r>
            <a:r>
              <a:rPr lang="en-US" altLang="zh-CN" sz="2800" dirty="0" err="1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GetValue</a:t>
            </a:r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()</a:t>
            </a: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本地存储数据使用</a:t>
            </a:r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user://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地址进行存储，不使用</a:t>
            </a:r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res://</a:t>
            </a:r>
          </a:p>
        </p:txBody>
      </p:sp>
    </p:spTree>
    <p:extLst>
      <p:ext uri="{BB962C8B-B14F-4D97-AF65-F5344CB8AC3E}">
        <p14:creationId xmlns:p14="http://schemas.microsoft.com/office/powerpoint/2010/main" val="1621535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5F3CB4C-57ED-BBFC-8966-CC9F954E519D}"/>
              </a:ext>
            </a:extLst>
          </p:cNvPr>
          <p:cNvSpPr txBox="1"/>
          <p:nvPr/>
        </p:nvSpPr>
        <p:spPr>
          <a:xfrm>
            <a:off x="912600" y="897058"/>
            <a:ext cx="8240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09</a:t>
            </a:r>
            <a:r>
              <a:rPr lang="zh-CN" altLang="en-US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、瓦片地图编辑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BE741C-2E27-3C4F-3D79-35B6377251CA}"/>
              </a:ext>
            </a:extLst>
          </p:cNvPr>
          <p:cNvSpPr txBox="1"/>
          <p:nvPr/>
        </p:nvSpPr>
        <p:spPr>
          <a:xfrm>
            <a:off x="912600" y="2123657"/>
            <a:ext cx="109568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TileMapLayer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节点的使用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新增物理层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en-US" altLang="zh-CN" sz="2800" dirty="0" err="1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TileSet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面板设置碰撞面积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en-US" altLang="zh-CN" sz="2800" dirty="0" err="1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TileMap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面板布置瓦片地图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4789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17F9013-C224-17ED-D763-F57B54FD2640}"/>
              </a:ext>
            </a:extLst>
          </p:cNvPr>
          <p:cNvSpPr txBox="1"/>
          <p:nvPr/>
        </p:nvSpPr>
        <p:spPr>
          <a:xfrm>
            <a:off x="912600" y="897058"/>
            <a:ext cx="8240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10</a:t>
            </a:r>
            <a:r>
              <a:rPr lang="zh-CN" altLang="en-US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、角色制作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A1119B-7394-EDA0-F3DB-FD866AE9EAAD}"/>
              </a:ext>
            </a:extLst>
          </p:cNvPr>
          <p:cNvSpPr txBox="1"/>
          <p:nvPr/>
        </p:nvSpPr>
        <p:spPr>
          <a:xfrm>
            <a:off x="912600" y="2123657"/>
            <a:ext cx="109568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CharacterBody2D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节点的使用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角色动画切换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摄像机跟随以及最大范围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自定义输入映射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3196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FE43A12-AF55-B2AD-F8B1-3BC45EB9D80E}"/>
              </a:ext>
            </a:extLst>
          </p:cNvPr>
          <p:cNvSpPr txBox="1"/>
          <p:nvPr/>
        </p:nvSpPr>
        <p:spPr>
          <a:xfrm>
            <a:off x="912600" y="897058"/>
            <a:ext cx="8240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11</a:t>
            </a:r>
            <a:r>
              <a:rPr lang="zh-CN" altLang="en-US" sz="3200" dirty="0">
                <a:solidFill>
                  <a:srgbClr val="92D05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、苹果制作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8E5362-16E5-535A-95B2-F27611FAB9F4}"/>
              </a:ext>
            </a:extLst>
          </p:cNvPr>
          <p:cNvSpPr txBox="1"/>
          <p:nvPr/>
        </p:nvSpPr>
        <p:spPr>
          <a:xfrm>
            <a:off x="912600" y="2123657"/>
            <a:ext cx="1095684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Area2D</a:t>
            </a:r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节点的使用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代码中如何只执行一次碰撞检测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r>
              <a:rPr lang="zh-CN" altLang="en-US" sz="2800">
                <a:solidFill>
                  <a:srgbClr val="FFC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动画结束后执行代码</a:t>
            </a:r>
            <a:endParaRPr lang="en-US" altLang="zh-CN" sz="2800" dirty="0">
              <a:solidFill>
                <a:srgbClr val="FFC00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05728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网状">
  <a:themeElements>
    <a:clrScheme name="网状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网状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网状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TM03457485[[fn=网状]]</Template>
  <TotalTime>1914</TotalTime>
  <Words>396</Words>
  <Application>Microsoft Office PowerPoint</Application>
  <PresentationFormat>宽屏</PresentationFormat>
  <Paragraphs>94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思源黑体 CN Heavy</vt:lpstr>
      <vt:lpstr>Arial</vt:lpstr>
      <vt:lpstr>Century Gothic</vt:lpstr>
      <vt:lpstr>网状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PGY</dc:creator>
  <cp:lastModifiedBy>angel PGY</cp:lastModifiedBy>
  <cp:revision>91</cp:revision>
  <dcterms:created xsi:type="dcterms:W3CDTF">2026-04-23T16:16:42Z</dcterms:created>
  <dcterms:modified xsi:type="dcterms:W3CDTF">2026-05-15T09:07:30Z</dcterms:modified>
</cp:coreProperties>
</file>